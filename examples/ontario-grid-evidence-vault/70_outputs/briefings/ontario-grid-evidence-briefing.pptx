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eb6e14d3b844d3" /><Relationship Type="http://schemas.openxmlformats.org/officeDocument/2006/relationships/extended-properties" Target="/docProps/app.xml" Id="R9014840d86b54647" /><Relationship Type="http://schemas.openxmlformats.org/officeDocument/2006/relationships/officeDocument" Target="/ppt/presentation.xml" Id="R1a9d5594d16b41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235a994f5a418f"/>
  </p:sldMasterIdLst>
  <p:notesMasterIdLst>
    <p:notesMasterId xmlns:r="http://schemas.openxmlformats.org/officeDocument/2006/relationships" r:id="R6e19306376e0401a"/>
  </p:notesMasterIdLst>
  <p:sldIdLst>
    <p:sldId xmlns:r="http://schemas.openxmlformats.org/officeDocument/2006/relationships" id="256" r:id="R938168e85e87407d"/>
    <p:sldId xmlns:r="http://schemas.openxmlformats.org/officeDocument/2006/relationships" id="257" r:id="R122bbe6b40604537"/>
    <p:sldId xmlns:r="http://schemas.openxmlformats.org/officeDocument/2006/relationships" id="258" r:id="R086ba25735de4217"/>
    <p:sldId xmlns:r="http://schemas.openxmlformats.org/officeDocument/2006/relationships" id="259" r:id="R85fc496068584a00"/>
    <p:sldId xmlns:r="http://schemas.openxmlformats.org/officeDocument/2006/relationships" id="260" r:id="Rac77becaa20744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128a45b8d4441" /><Relationship Type="http://schemas.openxmlformats.org/officeDocument/2006/relationships/slideMaster" Target="/ppt/slideMasters/slideMaster1.xml" Id="R48235a994f5a418f" /><Relationship Type="http://schemas.openxmlformats.org/officeDocument/2006/relationships/notesMaster" Target="/ppt/notesMasters/notesMaster1.xml" Id="R6e19306376e0401a" /><Relationship Type="http://schemas.openxmlformats.org/officeDocument/2006/relationships/presProps" Target="/ppt/presProps.xml" Id="Rbeb7b417971f4c97" /><Relationship Type="http://schemas.openxmlformats.org/officeDocument/2006/relationships/tableStyles" Target="/ppt/tableStyles.xml" Id="Ra4b9df601ba44c00" /><Relationship Type="http://schemas.openxmlformats.org/officeDocument/2006/relationships/slide" Target="/ppt/slides/slide1.xml" Id="R938168e85e87407d" /><Relationship Type="http://schemas.openxmlformats.org/officeDocument/2006/relationships/slide" Target="/ppt/slides/slide2.xml" Id="R122bbe6b40604537" /><Relationship Type="http://schemas.openxmlformats.org/officeDocument/2006/relationships/slide" Target="/ppt/slides/slide3.xml" Id="R086ba25735de4217" /><Relationship Type="http://schemas.openxmlformats.org/officeDocument/2006/relationships/slide" Target="/ppt/slides/slide4.xml" Id="R85fc496068584a00" /><Relationship Type="http://schemas.openxmlformats.org/officeDocument/2006/relationships/slide" Target="/ppt/slides/slide5.xml" Id="Rac77becaa207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12c5def01042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e175d12ed445d6" /><Relationship Type="http://schemas.openxmlformats.org/officeDocument/2006/relationships/notesMaster" Target="/ppt/notesMasters/notesMaster1.xml" Id="R327d0115a20b49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2bdc1f398a4cac" /><Relationship Type="http://schemas.openxmlformats.org/officeDocument/2006/relationships/notesMaster" Target="/ppt/notesMasters/notesMaster1.xml" Id="Rce4d934c1ed84d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c6b7b628944bd9" /><Relationship Type="http://schemas.openxmlformats.org/officeDocument/2006/relationships/notesMaster" Target="/ppt/notesMasters/notesMaster1.xml" Id="R37d150dca02845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2f0846114949e2" /><Relationship Type="http://schemas.openxmlformats.org/officeDocument/2006/relationships/notesMaster" Target="/ppt/notesMasters/notesMaster1.xml" Id="R2234a509104d4d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123547bd6f4787" /><Relationship Type="http://schemas.openxmlformats.org/officeDocument/2006/relationships/notesMaster" Target="/ppt/notesMasters/notesMaster1.xml" Id="R8fb8938c1aee48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fab8b582e4f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740277c35c41e7" /><Relationship Type="http://schemas.openxmlformats.org/officeDocument/2006/relationships/slideLayout" Target="/ppt/slideLayouts/slideLayout1.xml" Id="R9e844825755c48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844825755c48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3180050124d7d" /><Relationship Type="http://schemas.openxmlformats.org/officeDocument/2006/relationships/notesSlide" Target="/ppt/notesSlides/notesSlide1.xml" Id="R049a680dcffe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ea9de536b4890" /><Relationship Type="http://schemas.openxmlformats.org/officeDocument/2006/relationships/notesSlide" Target="/ppt/notesSlides/notesSlide2.xml" Id="Rdc011a88ef7d49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48706c13b4bd1" /><Relationship Type="http://schemas.openxmlformats.org/officeDocument/2006/relationships/notesSlide" Target="/ppt/notesSlides/notesSlide3.xml" Id="R8fc24eba773441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5f6b2cf344abd" /><Relationship Type="http://schemas.openxmlformats.org/officeDocument/2006/relationships/notesSlide" Target="/ppt/notesSlides/notesSlide4.xml" Id="Red867316328647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7efadc56d441b" /><Relationship Type="http://schemas.openxmlformats.org/officeDocument/2006/relationships/notesSlide" Target="/ppt/notesSlides/notesSlide5.xml" Id="Rdc5b0025fe6a45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2780228-0775-4F98-AE11-7FE98CDD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Ontario Grid
evidence workspace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E4D3820-6739-490D-951A-D3F70871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source-to-decision documentation layer for humans and agents.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7B86F46-2F63-41FC-AA04-FC2F3FA1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MIRRORARC / PUBLIC EVIDENCE DEMO</a:t>
            </a:r>
          </a:p>
        </p:txBody>
      </p:sp>
    </p:spTree>
    <p:extLst>
      <p:ext uri="{BB962C8B-B14F-4D97-AF65-F5344CB8AC3E}">
        <p14:creationId xmlns:p14="http://schemas.microsoft.com/office/powerpoint/2010/main" val="1975853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5D92DD6-6BC7-4C71-BDF7-444F1E98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253DB31-1189-4254-916D-514823AD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layers keep evidence and interpretation distinct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53ABB102-66C7-4693-8CCF-FC51EE9B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Public sources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OGL Ontario files plus metadata-only links to public reference pages.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E8AB72F-60DB-43C0-809B-73200DE7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Generated mirrors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Searchable Markdown derivatives that remain traceable to source paths.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29BDA6F-D6D2-470E-A9FD-7EEE004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Curated knowledge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Contracts, findings, decisions, risks, and operating guidance.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4F810D8-7693-4DD7-9C1A-D5A2BF32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context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A versioned profile defines what agents may trust, change, and publish.</a:t>
            </a:r>
          </a:p>
        </p:txBody>
      </p:sp>
    </p:spTree>
    <p:extLst>
      <p:ext uri="{BB962C8B-B14F-4D97-AF65-F5344CB8AC3E}">
        <p14:creationId xmlns:p14="http://schemas.microsoft.com/office/powerpoint/2010/main" val="6055738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3F596BD-2F06-4547-BCF4-68D6742E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DCDB056-683F-4207-9912-4AF211D2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evidence path is inspectable end to end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6EEA579-E228-4300-A166-0C3441AC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19B8AEF-EFC0-4ADD-B1B7-37F526E6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1E4CCDF-7886-49FC-93DE-F04EC544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2CA543-844C-496B-B165-90FB5F1B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/ INGEST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A7E653E-4657-4E88-93F6-CF01D1CD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/ TRANSFORM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65DE2E9-2658-4898-85BD-1F339F05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/ DECIDE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B73AC14-4379-46C1-8320-CC90E808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Mirror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Convert supported files and summarize lineage without replacing originals.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3010CBF-5128-4BA8-99B0-375CADC2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Register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Record source URL, licence, scope, and immutable checksum.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C0D5BE4-44A4-4291-BBDE-EA83FA84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Link findings to quality gates, model evaluations, and publication decisions.</a:t>
            </a:r>
          </a:p>
        </p:txBody>
      </p:sp>
    </p:spTree>
    <p:extLst>
      <p:ext uri="{BB962C8B-B14F-4D97-AF65-F5344CB8AC3E}">
        <p14:creationId xmlns:p14="http://schemas.microsoft.com/office/powerpoint/2010/main" val="18207102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FB7F0E0-2CA4-4FE4-BCA2-18A7F7A2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D1D0E45-9A7A-4D09-84BE-0B915EE1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12C14ED-46F1-4642-AC46-0C488404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12E951A-76D7-415F-A57F-F59140F4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2FB0C7FE-2E9D-4272-9ABA-7021B3AE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Historical evidence can be useful without pretending to be live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9D5999C-D474-4DDD-9348-9CB9ADFE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Ontario annual demand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CC8F249-978B-4138-9D07-FB1D8FA2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Synthetic MAPE; suppressed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ED78599-FDB0-4D75-9B80-7021BCCC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Illustrative peak context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1310E33-BCB0-46EF-97E2-1D23F306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137.1 TWh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100C25A-F644-439A-9790-6AA77A94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23,713 MW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212C225-4081-48EE-A570-88D797CB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7.7%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3FAAD97-B9A0-4261-812D-F397C5B8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2023 public snapshot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These values demonstrate documentation and traceability; they are not a current system-status claim.</a:t>
            </a:r>
          </a:p>
        </p:txBody>
      </p:sp>
    </p:spTree>
    <p:extLst>
      <p:ext uri="{BB962C8B-B14F-4D97-AF65-F5344CB8AC3E}">
        <p14:creationId xmlns:p14="http://schemas.microsoft.com/office/powerpoint/2010/main" val="52248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D954FA5-6E05-4841-B617-45537BCC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Follow the
evidence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84E934F-9DBC-4F1A-91B9-78688276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Source paths stay visible.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Interpretations stay reviewable.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Publication remains gated.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D42CF9A-CC21-4135-9382-7531C792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MIRRORARC</a:t>
            </a:r>
          </a:p>
        </p:txBody>
      </p:sp>
    </p:spTree>
    <p:extLst>
      <p:ext uri="{BB962C8B-B14F-4D97-AF65-F5344CB8AC3E}">
        <p14:creationId xmlns:p14="http://schemas.microsoft.com/office/powerpoint/2010/main" val="1750446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MirrorArc</dc:creator>
  <ns0:lastModifiedBy>MirrorArc</ns0:lastModifiedBy>
  <dc:title>MirrorArc Example</dc:title>
  <ns2:created xsi:type="dcterms:W3CDTF">2026-07-19T18:13:58.8530000Z</ns2:created>
  <ns2:modified xsi:type="dcterms:W3CDTF">2026-07-19T18:13:58.8530000Z</ns2:modified>
</ns0:coreProperties>
</file>