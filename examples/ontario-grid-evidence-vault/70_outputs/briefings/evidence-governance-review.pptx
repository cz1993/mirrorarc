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b8c704fcd40b6" /><Relationship Type="http://schemas.openxmlformats.org/officeDocument/2006/relationships/extended-properties" Target="/docProps/app.xml" Id="Rbb63b2a305fc44a0" /><Relationship Type="http://schemas.openxmlformats.org/officeDocument/2006/relationships/officeDocument" Target="/ppt/presentation.xml" Id="Rb182239fbd2049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7e85c4f78644e2"/>
  </p:sldMasterIdLst>
  <p:notesMasterIdLst>
    <p:notesMasterId xmlns:r="http://schemas.openxmlformats.org/officeDocument/2006/relationships" r:id="Re29ef4c64d204ead"/>
  </p:notesMasterIdLst>
  <p:sldIdLst>
    <p:sldId xmlns:r="http://schemas.openxmlformats.org/officeDocument/2006/relationships" id="256" r:id="R0a0697c1456941bc"/>
    <p:sldId xmlns:r="http://schemas.openxmlformats.org/officeDocument/2006/relationships" id="257" r:id="Rc7224c1bb69e4e88"/>
    <p:sldId xmlns:r="http://schemas.openxmlformats.org/officeDocument/2006/relationships" id="258" r:id="R094ff9905f0a489c"/>
    <p:sldId xmlns:r="http://schemas.openxmlformats.org/officeDocument/2006/relationships" id="259" r:id="R60ffd543fb884323"/>
    <p:sldId xmlns:r="http://schemas.openxmlformats.org/officeDocument/2006/relationships" id="260" r:id="R5fc07661657348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5f423550b743a4" /><Relationship Type="http://schemas.openxmlformats.org/officeDocument/2006/relationships/slideMaster" Target="/ppt/slideMasters/slideMaster1.xml" Id="R377e85c4f78644e2" /><Relationship Type="http://schemas.openxmlformats.org/officeDocument/2006/relationships/notesMaster" Target="/ppt/notesMasters/notesMaster1.xml" Id="Re29ef4c64d204ead" /><Relationship Type="http://schemas.openxmlformats.org/officeDocument/2006/relationships/presProps" Target="/ppt/presProps.xml" Id="R02aa5baef9f748d5" /><Relationship Type="http://schemas.openxmlformats.org/officeDocument/2006/relationships/tableStyles" Target="/ppt/tableStyles.xml" Id="R22e35b09709943f4" /><Relationship Type="http://schemas.openxmlformats.org/officeDocument/2006/relationships/slide" Target="/ppt/slides/slide1.xml" Id="R0a0697c1456941bc" /><Relationship Type="http://schemas.openxmlformats.org/officeDocument/2006/relationships/slide" Target="/ppt/slides/slide2.xml" Id="Rc7224c1bb69e4e88" /><Relationship Type="http://schemas.openxmlformats.org/officeDocument/2006/relationships/slide" Target="/ppt/slides/slide3.xml" Id="R094ff9905f0a489c" /><Relationship Type="http://schemas.openxmlformats.org/officeDocument/2006/relationships/slide" Target="/ppt/slides/slide4.xml" Id="R60ffd543fb884323" /><Relationship Type="http://schemas.openxmlformats.org/officeDocument/2006/relationships/slide" Target="/ppt/slides/slide5.xml" Id="R5fc07661657348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0878948ee849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7371a101b24c44" /><Relationship Type="http://schemas.openxmlformats.org/officeDocument/2006/relationships/notesMaster" Target="/ppt/notesMasters/notesMaster1.xml" Id="Rb27df1847cd04f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bf9fef75b84174" /><Relationship Type="http://schemas.openxmlformats.org/officeDocument/2006/relationships/notesMaster" Target="/ppt/notesMasters/notesMaster1.xml" Id="R5e13fadded9549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526bcf1e974f16" /><Relationship Type="http://schemas.openxmlformats.org/officeDocument/2006/relationships/notesMaster" Target="/ppt/notesMasters/notesMaster1.xml" Id="Rb2bf3a925a214d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ea95fe886f457e" /><Relationship Type="http://schemas.openxmlformats.org/officeDocument/2006/relationships/notesMaster" Target="/ppt/notesMasters/notesMaster1.xml" Id="Rff5e70b9d28e45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e9aeb70f6e478a" /><Relationship Type="http://schemas.openxmlformats.org/officeDocument/2006/relationships/notesMaster" Target="/ppt/notesMasters/notesMaster1.xml" Id="R78f583c97e114e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9bf64a11848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6a334bd3cb47e5" /><Relationship Type="http://schemas.openxmlformats.org/officeDocument/2006/relationships/slideLayout" Target="/ppt/slideLayouts/slideLayout1.xml" Id="R3e9fff31343c45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fff31343c45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c50a1f93d47b1" /><Relationship Type="http://schemas.openxmlformats.org/officeDocument/2006/relationships/notesSlide" Target="/ppt/notesSlides/notesSlide1.xml" Id="R59acb419891546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ba2f786f9437f" /><Relationship Type="http://schemas.openxmlformats.org/officeDocument/2006/relationships/notesSlide" Target="/ppt/notesSlides/notesSlide2.xml" Id="R06d658e268c14d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1ccb217aa4424" /><Relationship Type="http://schemas.openxmlformats.org/officeDocument/2006/relationships/notesSlide" Target="/ppt/notesSlides/notesSlide3.xml" Id="Rad2884f7e99843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e4afe75bb47b7" /><Relationship Type="http://schemas.openxmlformats.org/officeDocument/2006/relationships/notesSlide" Target="/ppt/notesSlides/notesSlide4.xml" Id="R7feb1b41198f43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ba3f9217949a6" /><Relationship Type="http://schemas.openxmlformats.org/officeDocument/2006/relationships/notesSlide" Target="/ppt/notesSlides/notesSlide5.xml" Id="Rced0fe8198c74f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1A0A1C1-FB6C-417B-BDD8-D3333FC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Public by design,
bounded by evidence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80C13B7-DE7C-4AF5-9E8C-BB4CBDDE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clean-room example with explicit licensing and publication controls.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7D6C90D-B583-442F-A865-8CE45119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MIRRORARC / GOVERNANCE REVIEW</a:t>
            </a:r>
          </a:p>
        </p:txBody>
      </p:sp>
    </p:spTree>
    <p:extLst>
      <p:ext uri="{BB962C8B-B14F-4D97-AF65-F5344CB8AC3E}">
        <p14:creationId xmlns:p14="http://schemas.microsoft.com/office/powerpoint/2010/main" val="3879795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7C847E9-111E-467C-A1C6-E7687D57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45B44B5-A7D3-4175-83A3-7F2F84C2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controls make the demo safe to reuse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3E885C2-ECAB-42FE-BC38-2A2AC897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Licence register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Every included source class has an explicit provenance and reuse status.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989F768-62CA-44BD-BE03-02FFD9A7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Metadata boundary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IESO pages are referenced by URL and constraints; their bodies are not copied.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DC8836D-7F19-4A62-8337-8FC04210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Private overlay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Real project material belongs in an ignored local overlay, never this repository.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763224E-745E-4F3B-AEFD-9737A185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Publish gate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A synthetic model result above the 5% threshold is visibly suppressed.</a:t>
            </a:r>
          </a:p>
        </p:txBody>
      </p:sp>
    </p:spTree>
    <p:extLst>
      <p:ext uri="{BB962C8B-B14F-4D97-AF65-F5344CB8AC3E}">
        <p14:creationId xmlns:p14="http://schemas.microsoft.com/office/powerpoint/2010/main" val="14917742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E22C5AF-161E-4C87-B7F3-D8E14FF5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B67C5E9-5A36-4029-A636-0D9086E4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Licensing decisions happen before content enters the vault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1DE729B-152A-4436-A49B-41889949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EF7BB33-FF2A-4B3B-8B06-9039F5D3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EE92B39-ED6A-452F-8501-821BCFFF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40FE7DF-A3E4-49FB-ABC5-D28A7F7B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/ CLASSIFY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937BDAB-3D1A-4EA6-870D-4FBF29B0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/ BOUND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8A5EE8E-C343-491B-B0D6-2EC90256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/ VERIFY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3046FCF4-2974-472B-AE51-0D5A4410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Constrain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Copy only permitted files; record metadata for sources with narrower terms.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C600807-21C7-4525-8A5C-4F940DC5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Determine whether material is OGL, independently authored, synthetic, or reference-only.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0232DB2-EE87-41E6-BABC-96152E66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Run no-data, provenance, lint, and reproducibility checks before release.</a:t>
            </a:r>
          </a:p>
        </p:txBody>
      </p:sp>
    </p:spTree>
    <p:extLst>
      <p:ext uri="{BB962C8B-B14F-4D97-AF65-F5344CB8AC3E}">
        <p14:creationId xmlns:p14="http://schemas.microsoft.com/office/powerpoint/2010/main" val="6413457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8EC72B7-6FD8-4568-B915-26AB737F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70BAD6B-9748-466C-B449-13D60D03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E7E9045-483E-409D-89D6-D9CDF938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25C764B-14C0-4248-B64D-9A052960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DA4BAF6-88EF-4D68-96E9-226AAD83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committed corpus is deliberately explainable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4A599DC-1DB3-4AD0-A9CF-B31E333B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OGL source files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6DE5C78-F2F0-4E62-834B-6F98E679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IESO page bodies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315CF98D-772C-41E4-AD57-01233839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Office/PDF artifacts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1DC1E1D-A8EB-4BE9-A094-7FFD6E74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BCCCE7F-24B9-4083-8817-F2289143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02BF717-F694-4CBC-9473-5D27E17B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E66B064-3813-4F5E-A4EE-7727207D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boundary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Counts describe this sample workspace, not the private Ontario Grid project.</a:t>
            </a:r>
          </a:p>
        </p:txBody>
      </p:sp>
    </p:spTree>
    <p:extLst>
      <p:ext uri="{BB962C8B-B14F-4D97-AF65-F5344CB8AC3E}">
        <p14:creationId xmlns:p14="http://schemas.microsoft.com/office/powerpoint/2010/main" val="17407109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1AFE2ED-912A-47B9-8A3A-6DF907EE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Trust is a
traceable path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B614740-7FFA-472B-BEB3-F6ADEB77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Licence before ingestion.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before conclusion.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before publication.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5F281E9-992B-4411-9FF1-2C37B232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PLANE</a:t>
            </a:r>
          </a:p>
        </p:txBody>
      </p:sp>
    </p:spTree>
    <p:extLst>
      <p:ext uri="{BB962C8B-B14F-4D97-AF65-F5344CB8AC3E}">
        <p14:creationId xmlns:p14="http://schemas.microsoft.com/office/powerpoint/2010/main" val="468774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MirrorArc</dc:creator>
  <ns0:lastModifiedBy>MirrorArc</ns0:lastModifiedBy>
  <dc:title>MirrorArc Example</dc:title>
  <ns2:created xsi:type="dcterms:W3CDTF">2026-07-19T18:13:59.2910000Z</ns2:created>
  <ns2:modified xsi:type="dcterms:W3CDTF">2026-07-19T18:13:59.2910000Z</ns2:modified>
</ns0:coreProperties>
</file>