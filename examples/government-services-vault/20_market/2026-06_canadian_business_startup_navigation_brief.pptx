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Canadian Business Startup Navigation Brief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Vaultwright turns government startup guidance into a linked operating checklist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Pain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Business registration, GST/HST, CRA account access, and funding discovery span multiple public pages.</a:t>
            </a:r>
          </a:p>
          <a:p>
            <a:pPr/>
            <a:r>
              <a:t>Owners need a decision map, not another folder of PDFs and links.</a:t>
            </a:r>
          </a:p>
          <a:p>
            <a:pPr/>
            <a:r>
              <a:t>Official sources must remain authoritative while working notes stay current.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Vaultwright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Raw government source files stay unchanged.</a:t>
            </a:r>
          </a:p>
          <a:p>
            <a:pPr/>
            <a:r>
              <a:t>Generated mirrors live under _mirrors with source paths preserved.</a:t>
            </a:r>
          </a:p>
          <a:p>
            <a:pPr/>
            <a:r>
              <a:t>Curated hubs connect registration, tax readiness, support, and funding.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Consulting Review 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Show how a client-facing knowledge base can expose obligations and support opportunities.</a:t>
            </a:r>
          </a:p>
          <a:p>
            <a:pPr/>
            <a:r>
              <a:t>Separate what is implemented from future automation and advisory workflows.</a:t>
            </a:r>
          </a:p>
          <a:p>
            <a:pPr/>
            <a:r>
              <a:t>Keep licensing, provenance, and no-data controls visible.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MirrorArc Example</dc:creator>
  <cp:keywords/>
  <dc:description/>
  <cp:lastModifiedBy>MirrorArc Example</cp:lastModifiedBy>
  <cp:revision>1</cp:revision>
  <dcterms:created xsi:type="dcterms:W3CDTF">2013-01-27T09:14:16Z</dcterms:created>
  <dcterms:modified xsi:type="dcterms:W3CDTF">2013-01-27T09:15:58Z</dcterms:modified>
  <cp:category/>
</cp:coreProperties>
</file>